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6256000" cy="9144000"/>
  <p:notesSz cx="9144000" cy="16256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84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250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0">
              <a:srgbClr val="005CA9"/>
            </a:gs>
            <a:gs pos="100000">
              <a:srgbClr val="0A2540"/>
            </a:gs>
          </a:gsLst>
          <a:path path="circle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446000" y="5334000"/>
            <a:ext cx="5080000" cy="5080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1270000" y="-635000"/>
            <a:ext cx="3810000" cy="3810000"/>
          </a:xfrm>
          <a:prstGeom prst="ellipse">
            <a:avLst/>
          </a:prstGeom>
          <a:solidFill>
            <a:srgbClr val="FFFFFF">
              <a:alpha val="1961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778000" y="2794000"/>
            <a:ext cx="1270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600" kern="0" spc="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RECONHECE AI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048000" y="3937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D8D8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Chamada Inteligente com Reconhecimento Facial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0" y="4826000"/>
            <a:ext cx="2540000" cy="254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318000" y="5003363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A0A0A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SENAI - Tecnologia da Informação</a:t>
            </a:r>
            <a:endParaRPr lang="en-US" sz="20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B87586FC-BF7B-5D04-DEB6-813D6E95E8CA}"/>
              </a:ext>
            </a:extLst>
          </p:cNvPr>
          <p:cNvSpPr/>
          <p:nvPr/>
        </p:nvSpPr>
        <p:spPr>
          <a:xfrm>
            <a:off x="-2813269" y="8338207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A0A0A0"/>
                </a:solidFill>
                <a:latin typeface="Liter" pitchFamily="34" charset="0"/>
                <a:ea typeface="Liter" pitchFamily="34" charset="-122"/>
              </a:rPr>
              <a:t>	Grupo: Vitor e Julio</a:t>
            </a:r>
            <a:endParaRPr lang="en-US" sz="20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400" dirty="0">
                <a:solidFill>
                  <a:srgbClr val="005C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Quem Usa o Sistema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16000" y="1651000"/>
            <a:ext cx="6858000" cy="622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3137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524000" y="2032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42021" y="-16123"/>
                </a:moveTo>
                <a:cubicBezTo>
                  <a:pt x="325863" y="-18976"/>
                  <a:pt x="309279" y="-18976"/>
                  <a:pt x="293121" y="-16123"/>
                </a:cubicBezTo>
                <a:lnTo>
                  <a:pt x="27356" y="30386"/>
                </a:lnTo>
                <a:cubicBezTo>
                  <a:pt x="11481" y="33114"/>
                  <a:pt x="0" y="45393"/>
                  <a:pt x="0" y="59531"/>
                </a:cubicBezTo>
                <a:cubicBezTo>
                  <a:pt x="0" y="72306"/>
                  <a:pt x="9213" y="83468"/>
                  <a:pt x="22679" y="87561"/>
                </a:cubicBezTo>
                <a:lnTo>
                  <a:pt x="22679" y="178594"/>
                </a:lnTo>
                <a:lnTo>
                  <a:pt x="425" y="276076"/>
                </a:lnTo>
                <a:cubicBezTo>
                  <a:pt x="142" y="277192"/>
                  <a:pt x="0" y="278433"/>
                  <a:pt x="0" y="279673"/>
                </a:cubicBezTo>
                <a:cubicBezTo>
                  <a:pt x="0" y="289595"/>
                  <a:pt x="9213" y="297780"/>
                  <a:pt x="20694" y="297780"/>
                </a:cubicBezTo>
                <a:lnTo>
                  <a:pt x="70162" y="297780"/>
                </a:lnTo>
                <a:cubicBezTo>
                  <a:pt x="81501" y="297780"/>
                  <a:pt x="90856" y="289719"/>
                  <a:pt x="90856" y="279673"/>
                </a:cubicBezTo>
                <a:cubicBezTo>
                  <a:pt x="90856" y="278433"/>
                  <a:pt x="90714" y="277316"/>
                  <a:pt x="90431" y="276076"/>
                </a:cubicBezTo>
                <a:lnTo>
                  <a:pt x="68036" y="178594"/>
                </a:lnTo>
                <a:lnTo>
                  <a:pt x="68036" y="95870"/>
                </a:lnTo>
                <a:lnTo>
                  <a:pt x="136071" y="107776"/>
                </a:lnTo>
                <a:lnTo>
                  <a:pt x="136071" y="178594"/>
                </a:lnTo>
                <a:cubicBezTo>
                  <a:pt x="136071" y="266278"/>
                  <a:pt x="217289" y="337344"/>
                  <a:pt x="317500" y="337344"/>
                </a:cubicBezTo>
                <a:cubicBezTo>
                  <a:pt x="417711" y="337344"/>
                  <a:pt x="498929" y="266278"/>
                  <a:pt x="498929" y="178594"/>
                </a:cubicBezTo>
                <a:lnTo>
                  <a:pt x="498929" y="107776"/>
                </a:lnTo>
                <a:lnTo>
                  <a:pt x="607644" y="88801"/>
                </a:lnTo>
                <a:cubicBezTo>
                  <a:pt x="623519" y="85948"/>
                  <a:pt x="635000" y="73670"/>
                  <a:pt x="635000" y="59531"/>
                </a:cubicBezTo>
                <a:cubicBezTo>
                  <a:pt x="635000" y="45393"/>
                  <a:pt x="623519" y="33114"/>
                  <a:pt x="607644" y="30386"/>
                </a:cubicBezTo>
                <a:lnTo>
                  <a:pt x="342021" y="-16123"/>
                </a:lnTo>
                <a:close/>
                <a:moveTo>
                  <a:pt x="317500" y="277813"/>
                </a:moveTo>
                <a:cubicBezTo>
                  <a:pt x="254850" y="277813"/>
                  <a:pt x="204107" y="233412"/>
                  <a:pt x="204107" y="178594"/>
                </a:cubicBezTo>
                <a:lnTo>
                  <a:pt x="430893" y="178594"/>
                </a:lnTo>
                <a:cubicBezTo>
                  <a:pt x="430893" y="233412"/>
                  <a:pt x="380150" y="277813"/>
                  <a:pt x="317500" y="277813"/>
                </a:cubicBezTo>
                <a:close/>
                <a:moveTo>
                  <a:pt x="170231" y="396999"/>
                </a:moveTo>
                <a:cubicBezTo>
                  <a:pt x="83202" y="431974"/>
                  <a:pt x="22679" y="508868"/>
                  <a:pt x="22679" y="598165"/>
                </a:cubicBezTo>
                <a:cubicBezTo>
                  <a:pt x="22679" y="618505"/>
                  <a:pt x="41530" y="635000"/>
                  <a:pt x="64776" y="635000"/>
                </a:cubicBezTo>
                <a:lnTo>
                  <a:pt x="283482" y="635000"/>
                </a:lnTo>
                <a:lnTo>
                  <a:pt x="283482" y="453926"/>
                </a:lnTo>
                <a:lnTo>
                  <a:pt x="202123" y="400596"/>
                </a:lnTo>
                <a:cubicBezTo>
                  <a:pt x="192910" y="394519"/>
                  <a:pt x="180578" y="392906"/>
                  <a:pt x="170089" y="397123"/>
                </a:cubicBezTo>
                <a:close/>
                <a:moveTo>
                  <a:pt x="351518" y="635000"/>
                </a:moveTo>
                <a:lnTo>
                  <a:pt x="570224" y="635000"/>
                </a:lnTo>
                <a:cubicBezTo>
                  <a:pt x="593470" y="635000"/>
                  <a:pt x="612321" y="618505"/>
                  <a:pt x="612321" y="598165"/>
                </a:cubicBezTo>
                <a:cubicBezTo>
                  <a:pt x="612321" y="508868"/>
                  <a:pt x="551798" y="431974"/>
                  <a:pt x="464769" y="397123"/>
                </a:cubicBezTo>
                <a:cubicBezTo>
                  <a:pt x="454280" y="392906"/>
                  <a:pt x="441949" y="394519"/>
                  <a:pt x="432735" y="400596"/>
                </a:cubicBezTo>
                <a:lnTo>
                  <a:pt x="351376" y="453926"/>
                </a:lnTo>
                <a:lnTo>
                  <a:pt x="351376" y="635000"/>
                </a:lnTo>
                <a:close/>
              </a:path>
            </a:pathLst>
          </a:custGeom>
          <a:solidFill>
            <a:srgbClr val="005CA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349500" y="20066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005C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Carlos - O Aluno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349500" y="2476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8E8E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 anos | 2º ano Ensino Médio Técnico SENAI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524000" y="3048000"/>
            <a:ext cx="5842000" cy="2540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524000" y="33020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05C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Jornada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24000" y="3784600"/>
            <a:ext cx="5842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Ao entrar na sala de aula, Carlos valida sua presença </a:t>
            </a:r>
            <a:r>
              <a:rPr lang="en-US" sz="2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instantaneamente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através do reconhecimento facial.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 interromper a aula, ele tem a garantia de que sua presença foi registrada corretamente.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382000" y="1651000"/>
            <a:ext cx="6858000" cy="622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3137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8890000" y="2032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127000" y="119062"/>
                </a:moveTo>
                <a:cubicBezTo>
                  <a:pt x="127000" y="75282"/>
                  <a:pt x="155476" y="39688"/>
                  <a:pt x="190500" y="39688"/>
                </a:cubicBezTo>
                <a:lnTo>
                  <a:pt x="539750" y="39688"/>
                </a:lnTo>
                <a:cubicBezTo>
                  <a:pt x="574774" y="39688"/>
                  <a:pt x="603250" y="75282"/>
                  <a:pt x="603250" y="119062"/>
                </a:cubicBezTo>
                <a:lnTo>
                  <a:pt x="603250" y="416719"/>
                </a:lnTo>
                <a:lnTo>
                  <a:pt x="508000" y="416719"/>
                </a:lnTo>
                <a:lnTo>
                  <a:pt x="508000" y="396875"/>
                </a:lnTo>
                <a:cubicBezTo>
                  <a:pt x="508000" y="374923"/>
                  <a:pt x="493812" y="357188"/>
                  <a:pt x="476250" y="357188"/>
                </a:cubicBezTo>
                <a:lnTo>
                  <a:pt x="412750" y="357188"/>
                </a:lnTo>
                <a:cubicBezTo>
                  <a:pt x="395188" y="357188"/>
                  <a:pt x="381000" y="374923"/>
                  <a:pt x="381000" y="396875"/>
                </a:cubicBezTo>
                <a:lnTo>
                  <a:pt x="381000" y="416719"/>
                </a:lnTo>
                <a:lnTo>
                  <a:pt x="252909" y="416719"/>
                </a:lnTo>
                <a:cubicBezTo>
                  <a:pt x="263723" y="393402"/>
                  <a:pt x="269875" y="366241"/>
                  <a:pt x="269875" y="337344"/>
                </a:cubicBezTo>
                <a:cubicBezTo>
                  <a:pt x="269875" y="249659"/>
                  <a:pt x="213023" y="178594"/>
                  <a:pt x="142875" y="178594"/>
                </a:cubicBezTo>
                <a:cubicBezTo>
                  <a:pt x="137517" y="178594"/>
                  <a:pt x="132159" y="178966"/>
                  <a:pt x="127000" y="179834"/>
                </a:cubicBezTo>
                <a:lnTo>
                  <a:pt x="127000" y="119062"/>
                </a:lnTo>
                <a:close/>
                <a:moveTo>
                  <a:pt x="330398" y="555625"/>
                </a:moveTo>
                <a:cubicBezTo>
                  <a:pt x="325338" y="525611"/>
                  <a:pt x="314226" y="498450"/>
                  <a:pt x="298549" y="476250"/>
                </a:cubicBezTo>
                <a:lnTo>
                  <a:pt x="603250" y="476250"/>
                </a:lnTo>
                <a:cubicBezTo>
                  <a:pt x="603250" y="520030"/>
                  <a:pt x="574774" y="555625"/>
                  <a:pt x="539750" y="555625"/>
                </a:cubicBezTo>
                <a:lnTo>
                  <a:pt x="330398" y="555625"/>
                </a:lnTo>
                <a:close/>
                <a:moveTo>
                  <a:pt x="63500" y="337344"/>
                </a:moveTo>
                <a:cubicBezTo>
                  <a:pt x="63500" y="282583"/>
                  <a:pt x="99067" y="238125"/>
                  <a:pt x="142875" y="238125"/>
                </a:cubicBezTo>
                <a:cubicBezTo>
                  <a:pt x="186683" y="238125"/>
                  <a:pt x="222250" y="282583"/>
                  <a:pt x="222250" y="337344"/>
                </a:cubicBezTo>
                <a:cubicBezTo>
                  <a:pt x="222250" y="392104"/>
                  <a:pt x="186683" y="436563"/>
                  <a:pt x="142875" y="436563"/>
                </a:cubicBezTo>
                <a:cubicBezTo>
                  <a:pt x="99067" y="436563"/>
                  <a:pt x="63500" y="392104"/>
                  <a:pt x="63500" y="337344"/>
                </a:cubicBezTo>
                <a:close/>
                <a:moveTo>
                  <a:pt x="0" y="595313"/>
                </a:moveTo>
                <a:cubicBezTo>
                  <a:pt x="0" y="529580"/>
                  <a:pt x="42664" y="476250"/>
                  <a:pt x="95250" y="476250"/>
                </a:cubicBezTo>
                <a:lnTo>
                  <a:pt x="190500" y="476250"/>
                </a:lnTo>
                <a:cubicBezTo>
                  <a:pt x="243086" y="476250"/>
                  <a:pt x="285750" y="529580"/>
                  <a:pt x="285750" y="595313"/>
                </a:cubicBezTo>
                <a:cubicBezTo>
                  <a:pt x="285750" y="617265"/>
                  <a:pt x="271562" y="635000"/>
                  <a:pt x="254000" y="635000"/>
                </a:cubicBezTo>
                <a:lnTo>
                  <a:pt x="31750" y="635000"/>
                </a:lnTo>
                <a:cubicBezTo>
                  <a:pt x="14188" y="635000"/>
                  <a:pt x="0" y="617265"/>
                  <a:pt x="0" y="595313"/>
                </a:cubicBezTo>
                <a:close/>
              </a:path>
            </a:pathLst>
          </a:custGeom>
          <a:solidFill>
            <a:srgbClr val="E3061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9715500" y="20066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005C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Eduardo - O Professor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715500" y="2476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8E8E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 anos | Professor SENAI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890000" y="3048000"/>
            <a:ext cx="5842000" cy="2540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890000" y="33020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E3061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Jornada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890000" y="3784600"/>
            <a:ext cx="5842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Ao chegar na sala, Eduardo acessa a </a:t>
            </a:r>
            <a:r>
              <a:rPr lang="en-US" sz="2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lista de chamada digital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O sistema já computou as presenças.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Ele não perde tempo com chamadas orais e inicia o conteúdo imediatamente.</a:t>
            </a:r>
            <a:endParaRPr lang="en-US" sz="20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400" dirty="0">
                <a:solidFill>
                  <a:srgbClr val="005C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Por Que Usar o RECONHECE AI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16000" y="1651000"/>
            <a:ext cx="4572000" cy="330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3137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524000" y="20320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279400" y="0"/>
                </a:moveTo>
                <a:cubicBezTo>
                  <a:pt x="433605" y="0"/>
                  <a:pt x="558800" y="125195"/>
                  <a:pt x="558800" y="279400"/>
                </a:cubicBezTo>
                <a:cubicBezTo>
                  <a:pt x="558800" y="433605"/>
                  <a:pt x="433605" y="558800"/>
                  <a:pt x="279400" y="558800"/>
                </a:cubicBezTo>
                <a:cubicBezTo>
                  <a:pt x="125195" y="558800"/>
                  <a:pt x="0" y="433605"/>
                  <a:pt x="0" y="279400"/>
                </a:cubicBezTo>
                <a:cubicBezTo>
                  <a:pt x="0" y="125195"/>
                  <a:pt x="125195" y="0"/>
                  <a:pt x="279400" y="0"/>
                </a:cubicBezTo>
                <a:close/>
                <a:moveTo>
                  <a:pt x="253206" y="130969"/>
                </a:moveTo>
                <a:lnTo>
                  <a:pt x="253206" y="279400"/>
                </a:lnTo>
                <a:cubicBezTo>
                  <a:pt x="253206" y="288131"/>
                  <a:pt x="257572" y="296317"/>
                  <a:pt x="264884" y="301228"/>
                </a:cubicBezTo>
                <a:lnTo>
                  <a:pt x="369659" y="371078"/>
                </a:lnTo>
                <a:cubicBezTo>
                  <a:pt x="381665" y="379155"/>
                  <a:pt x="397927" y="375880"/>
                  <a:pt x="406003" y="363766"/>
                </a:cubicBezTo>
                <a:cubicBezTo>
                  <a:pt x="414080" y="351651"/>
                  <a:pt x="410805" y="335498"/>
                  <a:pt x="398691" y="327422"/>
                </a:cubicBezTo>
                <a:lnTo>
                  <a:pt x="305594" y="265430"/>
                </a:lnTo>
                <a:lnTo>
                  <a:pt x="305594" y="130969"/>
                </a:lnTo>
                <a:cubicBezTo>
                  <a:pt x="305594" y="116453"/>
                  <a:pt x="293916" y="104775"/>
                  <a:pt x="279400" y="104775"/>
                </a:cubicBezTo>
                <a:cubicBezTo>
                  <a:pt x="264884" y="104775"/>
                  <a:pt x="253206" y="116453"/>
                  <a:pt x="253206" y="130969"/>
                </a:cubicBezTo>
                <a:close/>
              </a:path>
            </a:pathLst>
          </a:custGeom>
          <a:solidFill>
            <a:srgbClr val="005CA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524000" y="2768600"/>
            <a:ext cx="35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005C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Economia de Tempo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24000" y="3302000"/>
            <a:ext cx="355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Elimina os </a:t>
            </a: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10-15 minutos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gastos diariamente com chamadas orais manuais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842000" y="1651000"/>
            <a:ext cx="4572000" cy="330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3137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350000" y="20320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488950" y="279400"/>
                </a:moveTo>
                <a:cubicBezTo>
                  <a:pt x="488950" y="163746"/>
                  <a:pt x="395054" y="69850"/>
                  <a:pt x="279400" y="69850"/>
                </a:cubicBezTo>
                <a:cubicBezTo>
                  <a:pt x="163746" y="69850"/>
                  <a:pt x="69850" y="163746"/>
                  <a:pt x="69850" y="279400"/>
                </a:cubicBezTo>
                <a:cubicBezTo>
                  <a:pt x="69850" y="395054"/>
                  <a:pt x="163746" y="488950"/>
                  <a:pt x="279400" y="488950"/>
                </a:cubicBezTo>
                <a:cubicBezTo>
                  <a:pt x="395054" y="488950"/>
                  <a:pt x="488950" y="395054"/>
                  <a:pt x="488950" y="279400"/>
                </a:cubicBezTo>
                <a:close/>
                <a:moveTo>
                  <a:pt x="0" y="279400"/>
                </a:moveTo>
                <a:cubicBezTo>
                  <a:pt x="0" y="125195"/>
                  <a:pt x="125195" y="0"/>
                  <a:pt x="279400" y="0"/>
                </a:cubicBezTo>
                <a:cubicBezTo>
                  <a:pt x="433605" y="0"/>
                  <a:pt x="558800" y="125195"/>
                  <a:pt x="558800" y="279400"/>
                </a:cubicBezTo>
                <a:cubicBezTo>
                  <a:pt x="558800" y="433605"/>
                  <a:pt x="433605" y="558800"/>
                  <a:pt x="279400" y="558800"/>
                </a:cubicBezTo>
                <a:cubicBezTo>
                  <a:pt x="125195" y="558800"/>
                  <a:pt x="0" y="433605"/>
                  <a:pt x="0" y="279400"/>
                </a:cubicBezTo>
                <a:close/>
                <a:moveTo>
                  <a:pt x="279400" y="366713"/>
                </a:moveTo>
                <a:cubicBezTo>
                  <a:pt x="327589" y="366713"/>
                  <a:pt x="366713" y="327589"/>
                  <a:pt x="366713" y="279400"/>
                </a:cubicBezTo>
                <a:cubicBezTo>
                  <a:pt x="366713" y="231211"/>
                  <a:pt x="327589" y="192088"/>
                  <a:pt x="279400" y="192088"/>
                </a:cubicBezTo>
                <a:cubicBezTo>
                  <a:pt x="231211" y="192088"/>
                  <a:pt x="192088" y="231211"/>
                  <a:pt x="192088" y="279400"/>
                </a:cubicBezTo>
                <a:cubicBezTo>
                  <a:pt x="192088" y="327589"/>
                  <a:pt x="231211" y="366713"/>
                  <a:pt x="279400" y="366713"/>
                </a:cubicBezTo>
                <a:close/>
                <a:moveTo>
                  <a:pt x="279400" y="122238"/>
                </a:moveTo>
                <a:cubicBezTo>
                  <a:pt x="366140" y="122238"/>
                  <a:pt x="436563" y="192660"/>
                  <a:pt x="436563" y="279400"/>
                </a:cubicBezTo>
                <a:cubicBezTo>
                  <a:pt x="436563" y="366140"/>
                  <a:pt x="366140" y="436563"/>
                  <a:pt x="279400" y="436563"/>
                </a:cubicBezTo>
                <a:cubicBezTo>
                  <a:pt x="192660" y="436563"/>
                  <a:pt x="122238" y="366140"/>
                  <a:pt x="122238" y="279400"/>
                </a:cubicBezTo>
                <a:cubicBezTo>
                  <a:pt x="122238" y="192660"/>
                  <a:pt x="192660" y="122238"/>
                  <a:pt x="279400" y="122238"/>
                </a:cubicBezTo>
                <a:close/>
                <a:moveTo>
                  <a:pt x="244475" y="279400"/>
                </a:moveTo>
                <a:cubicBezTo>
                  <a:pt x="244475" y="260124"/>
                  <a:pt x="260124" y="244475"/>
                  <a:pt x="279400" y="244475"/>
                </a:cubicBezTo>
                <a:cubicBezTo>
                  <a:pt x="298676" y="244475"/>
                  <a:pt x="314325" y="260124"/>
                  <a:pt x="314325" y="279400"/>
                </a:cubicBezTo>
                <a:cubicBezTo>
                  <a:pt x="314325" y="298676"/>
                  <a:pt x="298676" y="314325"/>
                  <a:pt x="279400" y="314325"/>
                </a:cubicBezTo>
                <a:cubicBezTo>
                  <a:pt x="260124" y="314325"/>
                  <a:pt x="244475" y="298676"/>
                  <a:pt x="244475" y="279400"/>
                </a:cubicBezTo>
                <a:close/>
              </a:path>
            </a:pathLst>
          </a:custGeom>
          <a:solidFill>
            <a:srgbClr val="E3061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50000" y="2768600"/>
            <a:ext cx="35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005C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Precisão Impecável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350000" y="3302000"/>
            <a:ext cx="355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Reduz a </a:t>
            </a: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os erros humanos: presença para ausentes ou registros esquecidos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668000" y="1651000"/>
            <a:ext cx="4572000" cy="330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3137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11176000" y="20320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23283" y="69850"/>
                </a:moveTo>
                <a:cubicBezTo>
                  <a:pt x="23283" y="31323"/>
                  <a:pt x="65048" y="0"/>
                  <a:pt x="116417" y="0"/>
                </a:cubicBezTo>
                <a:lnTo>
                  <a:pt x="442383" y="0"/>
                </a:lnTo>
                <a:cubicBezTo>
                  <a:pt x="493752" y="0"/>
                  <a:pt x="535517" y="31323"/>
                  <a:pt x="535517" y="69850"/>
                </a:cubicBezTo>
                <a:lnTo>
                  <a:pt x="535517" y="488950"/>
                </a:lnTo>
                <a:cubicBezTo>
                  <a:pt x="535517" y="527477"/>
                  <a:pt x="493752" y="558800"/>
                  <a:pt x="442383" y="558800"/>
                </a:cubicBezTo>
                <a:lnTo>
                  <a:pt x="116417" y="558800"/>
                </a:lnTo>
                <a:cubicBezTo>
                  <a:pt x="65048" y="558800"/>
                  <a:pt x="23283" y="527477"/>
                  <a:pt x="23283" y="488950"/>
                </a:cubicBezTo>
                <a:lnTo>
                  <a:pt x="23283" y="69850"/>
                </a:lnTo>
                <a:close/>
                <a:moveTo>
                  <a:pt x="116417" y="69850"/>
                </a:moveTo>
                <a:lnTo>
                  <a:pt x="116417" y="401637"/>
                </a:lnTo>
                <a:lnTo>
                  <a:pt x="442383" y="401637"/>
                </a:lnTo>
                <a:lnTo>
                  <a:pt x="442383" y="69850"/>
                </a:lnTo>
                <a:lnTo>
                  <a:pt x="116417" y="69850"/>
                </a:lnTo>
                <a:close/>
                <a:moveTo>
                  <a:pt x="279400" y="515144"/>
                </a:moveTo>
                <a:cubicBezTo>
                  <a:pt x="305157" y="515144"/>
                  <a:pt x="325967" y="499537"/>
                  <a:pt x="325967" y="480219"/>
                </a:cubicBezTo>
                <a:cubicBezTo>
                  <a:pt x="325967" y="460901"/>
                  <a:pt x="305157" y="445294"/>
                  <a:pt x="279400" y="445294"/>
                </a:cubicBezTo>
                <a:cubicBezTo>
                  <a:pt x="253643" y="445294"/>
                  <a:pt x="232833" y="460901"/>
                  <a:pt x="232833" y="480219"/>
                </a:cubicBezTo>
                <a:cubicBezTo>
                  <a:pt x="232833" y="499537"/>
                  <a:pt x="253643" y="515144"/>
                  <a:pt x="279400" y="515144"/>
                </a:cubicBezTo>
                <a:close/>
              </a:path>
            </a:pathLst>
          </a:custGeom>
          <a:solidFill>
            <a:srgbClr val="005CA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1176000" y="2768600"/>
            <a:ext cx="35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005C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Praticidade Moderna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176000" y="3302000"/>
            <a:ext cx="355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Interface fluida para alunos e </a:t>
            </a: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relatórios em tempo real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para professores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16000" y="5334000"/>
            <a:ext cx="14224000" cy="2540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005CA9"/>
              </a:gs>
              <a:gs pos="100000">
                <a:srgbClr val="0A7BC2"/>
              </a:gs>
            </a:gsLst>
            <a:lin ang="8100000" scaled="1"/>
          </a:gradFill>
          <a:ln/>
          <a:effectLst>
            <a:outerShdw blurRad="203200" dist="76200" dir="5400000" algn="bl" rotWithShape="0">
              <a:srgbClr val="005CA9">
                <a:alpha val="12549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1651000" y="596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87482" y="381000"/>
                </a:moveTo>
                <a:cubicBezTo>
                  <a:pt x="397140" y="358874"/>
                  <a:pt x="416454" y="338832"/>
                  <a:pt x="438282" y="321568"/>
                </a:cubicBezTo>
                <a:cubicBezTo>
                  <a:pt x="481542" y="287437"/>
                  <a:pt x="508000" y="241300"/>
                  <a:pt x="508000" y="190500"/>
                </a:cubicBezTo>
                <a:cubicBezTo>
                  <a:pt x="508000" y="85328"/>
                  <a:pt x="394229" y="0"/>
                  <a:pt x="254000" y="0"/>
                </a:cubicBezTo>
                <a:cubicBezTo>
                  <a:pt x="113771" y="0"/>
                  <a:pt x="0" y="85328"/>
                  <a:pt x="0" y="190500"/>
                </a:cubicBezTo>
                <a:cubicBezTo>
                  <a:pt x="0" y="241300"/>
                  <a:pt x="26458" y="287437"/>
                  <a:pt x="69718" y="321568"/>
                </a:cubicBezTo>
                <a:cubicBezTo>
                  <a:pt x="91546" y="338832"/>
                  <a:pt x="110993" y="358874"/>
                  <a:pt x="120518" y="381000"/>
                </a:cubicBezTo>
                <a:lnTo>
                  <a:pt x="387350" y="381000"/>
                </a:lnTo>
                <a:close/>
                <a:moveTo>
                  <a:pt x="381000" y="428625"/>
                </a:moveTo>
                <a:lnTo>
                  <a:pt x="127000" y="428625"/>
                </a:lnTo>
                <a:lnTo>
                  <a:pt x="127000" y="444500"/>
                </a:lnTo>
                <a:cubicBezTo>
                  <a:pt x="127000" y="488355"/>
                  <a:pt x="174360" y="523875"/>
                  <a:pt x="232833" y="523875"/>
                </a:cubicBezTo>
                <a:lnTo>
                  <a:pt x="275167" y="523875"/>
                </a:lnTo>
                <a:cubicBezTo>
                  <a:pt x="333640" y="523875"/>
                  <a:pt x="381000" y="488355"/>
                  <a:pt x="381000" y="444500"/>
                </a:cubicBezTo>
                <a:lnTo>
                  <a:pt x="381000" y="428625"/>
                </a:lnTo>
                <a:close/>
                <a:moveTo>
                  <a:pt x="243417" y="111125"/>
                </a:moveTo>
                <a:cubicBezTo>
                  <a:pt x="190765" y="111125"/>
                  <a:pt x="148167" y="143073"/>
                  <a:pt x="148167" y="182563"/>
                </a:cubicBezTo>
                <a:cubicBezTo>
                  <a:pt x="148167" y="195759"/>
                  <a:pt x="134011" y="206375"/>
                  <a:pt x="116417" y="206375"/>
                </a:cubicBezTo>
                <a:cubicBezTo>
                  <a:pt x="98822" y="206375"/>
                  <a:pt x="84667" y="195759"/>
                  <a:pt x="84667" y="182563"/>
                </a:cubicBezTo>
                <a:cubicBezTo>
                  <a:pt x="84667" y="116780"/>
                  <a:pt x="155707" y="63500"/>
                  <a:pt x="243417" y="63500"/>
                </a:cubicBezTo>
                <a:cubicBezTo>
                  <a:pt x="261011" y="63500"/>
                  <a:pt x="275167" y="74116"/>
                  <a:pt x="275167" y="87313"/>
                </a:cubicBezTo>
                <a:cubicBezTo>
                  <a:pt x="275167" y="100509"/>
                  <a:pt x="261011" y="111125"/>
                  <a:pt x="243417" y="11112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2413000" y="5715000"/>
            <a:ext cx="1219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 </a:t>
            </a: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RECONHECE AI</a:t>
            </a: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transforma a rotina da sala de aula ao substituir a chamada tradicional por um </a:t>
            </a: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ecossistema inteligente</a:t>
            </a: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 registro de presença.</a:t>
            </a:r>
            <a:endParaRPr lang="en-US" sz="22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400" dirty="0">
                <a:solidFill>
                  <a:srgbClr val="005C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Arquitetura do Aplicativo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16000" y="13335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8E8E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Native com navegação Drawer + Stack Navigator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6000" y="2032000"/>
            <a:ext cx="3365500" cy="2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5CA9"/>
            </a:solidFill>
            <a:prstDash val="solid"/>
          </a:ln>
          <a:effectLst>
            <a:outerShdw blurRad="101600" dist="25400" dir="5400000" algn="bl" rotWithShape="0">
              <a:srgbClr val="000000">
                <a:alpha val="2353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286000" y="228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6718" y="214313"/>
                </a:moveTo>
                <a:lnTo>
                  <a:pt x="267017" y="214313"/>
                </a:lnTo>
                <a:cubicBezTo>
                  <a:pt x="252968" y="214313"/>
                  <a:pt x="241618" y="201543"/>
                  <a:pt x="241618" y="185738"/>
                </a:cubicBezTo>
                <a:lnTo>
                  <a:pt x="241618" y="28575"/>
                </a:lnTo>
                <a:cubicBezTo>
                  <a:pt x="241618" y="12769"/>
                  <a:pt x="253047" y="-179"/>
                  <a:pt x="266938" y="1875"/>
                </a:cubicBezTo>
                <a:cubicBezTo>
                  <a:pt x="351869" y="14555"/>
                  <a:pt x="419179" y="90279"/>
                  <a:pt x="430451" y="185827"/>
                </a:cubicBezTo>
                <a:cubicBezTo>
                  <a:pt x="432276" y="201454"/>
                  <a:pt x="420767" y="214313"/>
                  <a:pt x="406718" y="214313"/>
                </a:cubicBezTo>
                <a:close/>
                <a:moveTo>
                  <a:pt x="176689" y="33218"/>
                </a:moveTo>
                <a:cubicBezTo>
                  <a:pt x="191056" y="29825"/>
                  <a:pt x="203518" y="43041"/>
                  <a:pt x="203518" y="59561"/>
                </a:cubicBezTo>
                <a:lnTo>
                  <a:pt x="203518" y="235744"/>
                </a:lnTo>
                <a:cubicBezTo>
                  <a:pt x="203518" y="240744"/>
                  <a:pt x="205105" y="245566"/>
                  <a:pt x="207883" y="249406"/>
                </a:cubicBezTo>
                <a:lnTo>
                  <a:pt x="312738" y="391745"/>
                </a:lnTo>
                <a:cubicBezTo>
                  <a:pt x="322024" y="404336"/>
                  <a:pt x="320040" y="423356"/>
                  <a:pt x="307261" y="431125"/>
                </a:cubicBezTo>
                <a:cubicBezTo>
                  <a:pt x="280194" y="447735"/>
                  <a:pt x="249158" y="457200"/>
                  <a:pt x="216218" y="457200"/>
                </a:cubicBezTo>
                <a:cubicBezTo>
                  <a:pt x="111046" y="457200"/>
                  <a:pt x="25718" y="361206"/>
                  <a:pt x="25718" y="242888"/>
                </a:cubicBezTo>
                <a:cubicBezTo>
                  <a:pt x="25718" y="139750"/>
                  <a:pt x="90408" y="53667"/>
                  <a:pt x="176689" y="33218"/>
                </a:cubicBezTo>
                <a:close/>
                <a:moveTo>
                  <a:pt x="379254" y="257175"/>
                </a:moveTo>
                <a:lnTo>
                  <a:pt x="430054" y="257175"/>
                </a:lnTo>
                <a:cubicBezTo>
                  <a:pt x="444738" y="257175"/>
                  <a:pt x="456486" y="271195"/>
                  <a:pt x="453469" y="287357"/>
                </a:cubicBezTo>
                <a:cubicBezTo>
                  <a:pt x="445373" y="330577"/>
                  <a:pt x="425688" y="368975"/>
                  <a:pt x="398224" y="398264"/>
                </a:cubicBezTo>
                <a:cubicBezTo>
                  <a:pt x="388461" y="408712"/>
                  <a:pt x="373142" y="406479"/>
                  <a:pt x="364569" y="394781"/>
                </a:cubicBezTo>
                <a:lnTo>
                  <a:pt x="297577" y="303967"/>
                </a:lnTo>
                <a:cubicBezTo>
                  <a:pt x="283845" y="285304"/>
                  <a:pt x="295672" y="257175"/>
                  <a:pt x="317103" y="257175"/>
                </a:cubicBezTo>
                <a:lnTo>
                  <a:pt x="379174" y="257175"/>
                </a:lnTo>
                <a:close/>
              </a:path>
            </a:pathLst>
          </a:custGeom>
          <a:solidFill>
            <a:srgbClr val="005CA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270000" y="2870200"/>
            <a:ext cx="2857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5C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06500" y="3302000"/>
            <a:ext cx="29845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Gráficos donut por disciplina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Frequência geral calculada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Cores: azul e vermelho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35500" y="2032000"/>
            <a:ext cx="3365500" cy="2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0613"/>
            </a:solidFill>
            <a:prstDash val="solid"/>
          </a:ln>
          <a:effectLst>
            <a:outerShdw blurRad="101600" dist="25400" dir="5400000" algn="bl" rotWithShape="0">
              <a:srgbClr val="000000">
                <a:alpha val="2353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905500" y="228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33142" y="57864"/>
                </a:moveTo>
                <a:lnTo>
                  <a:pt x="123855" y="85725"/>
                </a:lnTo>
                <a:lnTo>
                  <a:pt x="57150" y="85725"/>
                </a:lnTo>
                <a:cubicBezTo>
                  <a:pt x="25628" y="85725"/>
                  <a:pt x="0" y="111353"/>
                  <a:pt x="0" y="142875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400050" y="428625"/>
                </a:lnTo>
                <a:cubicBezTo>
                  <a:pt x="431572" y="428625"/>
                  <a:pt x="457200" y="402997"/>
                  <a:pt x="457200" y="371475"/>
                </a:cubicBezTo>
                <a:lnTo>
                  <a:pt x="457200" y="142875"/>
                </a:lnTo>
                <a:cubicBezTo>
                  <a:pt x="457200" y="111353"/>
                  <a:pt x="431572" y="85725"/>
                  <a:pt x="400050" y="85725"/>
                </a:cubicBezTo>
                <a:lnTo>
                  <a:pt x="333345" y="85725"/>
                </a:lnTo>
                <a:lnTo>
                  <a:pt x="324058" y="57864"/>
                </a:lnTo>
                <a:cubicBezTo>
                  <a:pt x="318254" y="40362"/>
                  <a:pt x="301913" y="28575"/>
                  <a:pt x="283428" y="28575"/>
                </a:cubicBezTo>
                <a:lnTo>
                  <a:pt x="173772" y="28575"/>
                </a:lnTo>
                <a:cubicBezTo>
                  <a:pt x="155287" y="28575"/>
                  <a:pt x="138946" y="40362"/>
                  <a:pt x="133142" y="57864"/>
                </a:cubicBezTo>
                <a:close/>
                <a:moveTo>
                  <a:pt x="228600" y="171450"/>
                </a:moveTo>
                <a:cubicBezTo>
                  <a:pt x="275913" y="171450"/>
                  <a:pt x="314325" y="209862"/>
                  <a:pt x="314325" y="257175"/>
                </a:cubicBezTo>
                <a:cubicBezTo>
                  <a:pt x="314325" y="304488"/>
                  <a:pt x="275913" y="342900"/>
                  <a:pt x="228600" y="342900"/>
                </a:cubicBezTo>
                <a:cubicBezTo>
                  <a:pt x="181287" y="342900"/>
                  <a:pt x="142875" y="304488"/>
                  <a:pt x="142875" y="257175"/>
                </a:cubicBezTo>
                <a:cubicBezTo>
                  <a:pt x="142875" y="209862"/>
                  <a:pt x="181287" y="171450"/>
                  <a:pt x="228600" y="171450"/>
                </a:cubicBezTo>
                <a:close/>
              </a:path>
            </a:pathLst>
          </a:custGeom>
          <a:solidFill>
            <a:srgbClr val="E3061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889500" y="2870200"/>
            <a:ext cx="2857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3061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Scanner Facial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26000" y="3302000"/>
            <a:ext cx="29845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Reconhecimento facial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Validação automática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Presença instantânea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55000" y="2032000"/>
            <a:ext cx="3365500" cy="2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5CA9"/>
            </a:solidFill>
            <a:prstDash val="solid"/>
          </a:ln>
          <a:effectLst>
            <a:outerShdw blurRad="101600" dist="25400" dir="5400000" algn="bl" rotWithShape="0">
              <a:srgbClr val="000000">
                <a:alpha val="2353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9525000" y="228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30629" y="0"/>
                </a:moveTo>
                <a:cubicBezTo>
                  <a:pt x="148692" y="0"/>
                  <a:pt x="163286" y="12769"/>
                  <a:pt x="163286" y="28575"/>
                </a:cubicBezTo>
                <a:lnTo>
                  <a:pt x="163286" y="57150"/>
                </a:lnTo>
                <a:lnTo>
                  <a:pt x="293914" y="57150"/>
                </a:lnTo>
                <a:lnTo>
                  <a:pt x="293914" y="28575"/>
                </a:lnTo>
                <a:cubicBezTo>
                  <a:pt x="293914" y="12769"/>
                  <a:pt x="308508" y="0"/>
                  <a:pt x="326571" y="0"/>
                </a:cubicBezTo>
                <a:cubicBezTo>
                  <a:pt x="344635" y="0"/>
                  <a:pt x="359229" y="12769"/>
                  <a:pt x="359229" y="28575"/>
                </a:cubicBezTo>
                <a:lnTo>
                  <a:pt x="359229" y="57150"/>
                </a:lnTo>
                <a:lnTo>
                  <a:pt x="391886" y="57150"/>
                </a:lnTo>
                <a:cubicBezTo>
                  <a:pt x="427911" y="57150"/>
                  <a:pt x="457200" y="82778"/>
                  <a:pt x="457200" y="114300"/>
                </a:cubicBezTo>
                <a:lnTo>
                  <a:pt x="457200" y="371475"/>
                </a:lnTo>
                <a:cubicBezTo>
                  <a:pt x="457200" y="402997"/>
                  <a:pt x="427911" y="428625"/>
                  <a:pt x="391886" y="428625"/>
                </a:cubicBezTo>
                <a:lnTo>
                  <a:pt x="65314" y="428625"/>
                </a:lnTo>
                <a:cubicBezTo>
                  <a:pt x="29289" y="428625"/>
                  <a:pt x="0" y="402997"/>
                  <a:pt x="0" y="371475"/>
                </a:cubicBezTo>
                <a:lnTo>
                  <a:pt x="0" y="114300"/>
                </a:lnTo>
                <a:cubicBezTo>
                  <a:pt x="0" y="82778"/>
                  <a:pt x="29289" y="57150"/>
                  <a:pt x="65314" y="57150"/>
                </a:cubicBezTo>
                <a:lnTo>
                  <a:pt x="97971" y="57150"/>
                </a:lnTo>
                <a:lnTo>
                  <a:pt x="97971" y="28575"/>
                </a:lnTo>
                <a:cubicBezTo>
                  <a:pt x="97971" y="12769"/>
                  <a:pt x="112565" y="0"/>
                  <a:pt x="130629" y="0"/>
                </a:cubicBezTo>
                <a:close/>
                <a:moveTo>
                  <a:pt x="65314" y="214313"/>
                </a:moveTo>
                <a:lnTo>
                  <a:pt x="65314" y="242888"/>
                </a:lnTo>
                <a:cubicBezTo>
                  <a:pt x="65314" y="250746"/>
                  <a:pt x="72662" y="257175"/>
                  <a:pt x="81643" y="257175"/>
                </a:cubicBezTo>
                <a:lnTo>
                  <a:pt x="114300" y="257175"/>
                </a:lnTo>
                <a:cubicBezTo>
                  <a:pt x="123281" y="257175"/>
                  <a:pt x="130629" y="250746"/>
                  <a:pt x="130629" y="242888"/>
                </a:cubicBezTo>
                <a:lnTo>
                  <a:pt x="130629" y="214313"/>
                </a:lnTo>
                <a:cubicBezTo>
                  <a:pt x="130629" y="206454"/>
                  <a:pt x="123281" y="200025"/>
                  <a:pt x="114300" y="200025"/>
                </a:cubicBezTo>
                <a:lnTo>
                  <a:pt x="81643" y="200025"/>
                </a:lnTo>
                <a:cubicBezTo>
                  <a:pt x="72662" y="200025"/>
                  <a:pt x="65314" y="206454"/>
                  <a:pt x="65314" y="214313"/>
                </a:cubicBezTo>
                <a:close/>
                <a:moveTo>
                  <a:pt x="195943" y="214313"/>
                </a:moveTo>
                <a:lnTo>
                  <a:pt x="195943" y="242888"/>
                </a:lnTo>
                <a:cubicBezTo>
                  <a:pt x="195943" y="250746"/>
                  <a:pt x="203291" y="257175"/>
                  <a:pt x="212271" y="257175"/>
                </a:cubicBezTo>
                <a:lnTo>
                  <a:pt x="244929" y="257175"/>
                </a:lnTo>
                <a:cubicBezTo>
                  <a:pt x="253909" y="257175"/>
                  <a:pt x="261257" y="250746"/>
                  <a:pt x="261257" y="242888"/>
                </a:cubicBezTo>
                <a:lnTo>
                  <a:pt x="261257" y="214313"/>
                </a:lnTo>
                <a:cubicBezTo>
                  <a:pt x="261257" y="206454"/>
                  <a:pt x="253909" y="200025"/>
                  <a:pt x="244929" y="200025"/>
                </a:cubicBezTo>
                <a:lnTo>
                  <a:pt x="212271" y="200025"/>
                </a:lnTo>
                <a:cubicBezTo>
                  <a:pt x="203291" y="200025"/>
                  <a:pt x="195943" y="206454"/>
                  <a:pt x="195943" y="214313"/>
                </a:cubicBezTo>
                <a:close/>
                <a:moveTo>
                  <a:pt x="342900" y="200025"/>
                </a:moveTo>
                <a:cubicBezTo>
                  <a:pt x="333919" y="200025"/>
                  <a:pt x="326571" y="206454"/>
                  <a:pt x="326571" y="214313"/>
                </a:cubicBezTo>
                <a:lnTo>
                  <a:pt x="326571" y="242888"/>
                </a:lnTo>
                <a:cubicBezTo>
                  <a:pt x="326571" y="250746"/>
                  <a:pt x="333919" y="257175"/>
                  <a:pt x="342900" y="257175"/>
                </a:cubicBezTo>
                <a:lnTo>
                  <a:pt x="375557" y="257175"/>
                </a:lnTo>
                <a:cubicBezTo>
                  <a:pt x="384538" y="257175"/>
                  <a:pt x="391886" y="250746"/>
                  <a:pt x="391886" y="242888"/>
                </a:cubicBezTo>
                <a:lnTo>
                  <a:pt x="391886" y="214313"/>
                </a:lnTo>
                <a:cubicBezTo>
                  <a:pt x="391886" y="206454"/>
                  <a:pt x="384538" y="200025"/>
                  <a:pt x="375557" y="200025"/>
                </a:cubicBezTo>
                <a:lnTo>
                  <a:pt x="342900" y="200025"/>
                </a:lnTo>
                <a:close/>
                <a:moveTo>
                  <a:pt x="65314" y="328613"/>
                </a:moveTo>
                <a:lnTo>
                  <a:pt x="65314" y="357188"/>
                </a:lnTo>
                <a:cubicBezTo>
                  <a:pt x="65314" y="365046"/>
                  <a:pt x="72662" y="371475"/>
                  <a:pt x="81643" y="371475"/>
                </a:cubicBezTo>
                <a:lnTo>
                  <a:pt x="114300" y="371475"/>
                </a:lnTo>
                <a:cubicBezTo>
                  <a:pt x="123281" y="371475"/>
                  <a:pt x="130629" y="365046"/>
                  <a:pt x="130629" y="357188"/>
                </a:cubicBezTo>
                <a:lnTo>
                  <a:pt x="130629" y="328613"/>
                </a:lnTo>
                <a:cubicBezTo>
                  <a:pt x="130629" y="320754"/>
                  <a:pt x="123281" y="314325"/>
                  <a:pt x="114300" y="314325"/>
                </a:cubicBezTo>
                <a:lnTo>
                  <a:pt x="81643" y="314325"/>
                </a:lnTo>
                <a:cubicBezTo>
                  <a:pt x="72662" y="314325"/>
                  <a:pt x="65314" y="320754"/>
                  <a:pt x="65314" y="328613"/>
                </a:cubicBezTo>
                <a:close/>
                <a:moveTo>
                  <a:pt x="212271" y="314325"/>
                </a:moveTo>
                <a:cubicBezTo>
                  <a:pt x="203291" y="314325"/>
                  <a:pt x="195943" y="320754"/>
                  <a:pt x="195943" y="328613"/>
                </a:cubicBezTo>
                <a:lnTo>
                  <a:pt x="195943" y="357188"/>
                </a:lnTo>
                <a:cubicBezTo>
                  <a:pt x="195943" y="365046"/>
                  <a:pt x="203291" y="371475"/>
                  <a:pt x="212271" y="371475"/>
                </a:cubicBezTo>
                <a:lnTo>
                  <a:pt x="244929" y="371475"/>
                </a:lnTo>
                <a:cubicBezTo>
                  <a:pt x="253909" y="371475"/>
                  <a:pt x="261257" y="365046"/>
                  <a:pt x="261257" y="357188"/>
                </a:cubicBezTo>
                <a:lnTo>
                  <a:pt x="261257" y="328613"/>
                </a:lnTo>
                <a:cubicBezTo>
                  <a:pt x="261257" y="320754"/>
                  <a:pt x="253909" y="314325"/>
                  <a:pt x="244929" y="314325"/>
                </a:cubicBezTo>
                <a:lnTo>
                  <a:pt x="212271" y="314325"/>
                </a:lnTo>
                <a:close/>
                <a:moveTo>
                  <a:pt x="326571" y="328613"/>
                </a:moveTo>
                <a:lnTo>
                  <a:pt x="326571" y="357188"/>
                </a:lnTo>
                <a:cubicBezTo>
                  <a:pt x="326571" y="365046"/>
                  <a:pt x="333919" y="371475"/>
                  <a:pt x="342900" y="371475"/>
                </a:cubicBezTo>
                <a:lnTo>
                  <a:pt x="375557" y="371475"/>
                </a:lnTo>
                <a:cubicBezTo>
                  <a:pt x="384538" y="371475"/>
                  <a:pt x="391886" y="365046"/>
                  <a:pt x="391886" y="357188"/>
                </a:cubicBezTo>
                <a:lnTo>
                  <a:pt x="391886" y="328613"/>
                </a:lnTo>
                <a:cubicBezTo>
                  <a:pt x="391886" y="320754"/>
                  <a:pt x="384538" y="314325"/>
                  <a:pt x="375557" y="314325"/>
                </a:cubicBezTo>
                <a:lnTo>
                  <a:pt x="342900" y="314325"/>
                </a:lnTo>
                <a:cubicBezTo>
                  <a:pt x="333919" y="314325"/>
                  <a:pt x="326571" y="320754"/>
                  <a:pt x="326571" y="328613"/>
                </a:cubicBezTo>
                <a:close/>
              </a:path>
            </a:pathLst>
          </a:custGeom>
          <a:solidFill>
            <a:srgbClr val="005CA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509000" y="2870200"/>
            <a:ext cx="2857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5C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Calendário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45500" y="3302000"/>
            <a:ext cx="29845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Visualização mensal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Eventos e feriados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Grade organizada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874500" y="2032000"/>
            <a:ext cx="3365500" cy="2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6C7A89"/>
            </a:solidFill>
            <a:prstDash val="solid"/>
          </a:ln>
          <a:effectLst>
            <a:outerShdw blurRad="101600" dist="25400" dir="5400000" algn="bl" rotWithShape="0">
              <a:srgbClr val="000000">
                <a:alpha val="2353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13144500" y="228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57150"/>
                </a:moveTo>
                <a:cubicBezTo>
                  <a:pt x="0" y="25628"/>
                  <a:pt x="34171" y="0"/>
                  <a:pt x="76200" y="0"/>
                </a:cubicBezTo>
                <a:lnTo>
                  <a:pt x="254198" y="0"/>
                </a:lnTo>
                <a:cubicBezTo>
                  <a:pt x="274439" y="0"/>
                  <a:pt x="293846" y="5983"/>
                  <a:pt x="308134" y="16699"/>
                </a:cubicBezTo>
                <a:lnTo>
                  <a:pt x="434935" y="111889"/>
                </a:lnTo>
                <a:cubicBezTo>
                  <a:pt x="449223" y="122605"/>
                  <a:pt x="457200" y="137160"/>
                  <a:pt x="457200" y="152340"/>
                </a:cubicBezTo>
                <a:lnTo>
                  <a:pt x="457200" y="400050"/>
                </a:lnTo>
                <a:cubicBezTo>
                  <a:pt x="457200" y="431572"/>
                  <a:pt x="423029" y="457200"/>
                  <a:pt x="381000" y="457200"/>
                </a:cubicBezTo>
                <a:lnTo>
                  <a:pt x="76200" y="457200"/>
                </a:lnTo>
                <a:cubicBezTo>
                  <a:pt x="34171" y="457200"/>
                  <a:pt x="0" y="431572"/>
                  <a:pt x="0" y="400050"/>
                </a:cubicBezTo>
                <a:lnTo>
                  <a:pt x="0" y="57150"/>
                </a:lnTo>
                <a:close/>
                <a:moveTo>
                  <a:pt x="247650" y="52239"/>
                </a:moveTo>
                <a:lnTo>
                  <a:pt x="247650" y="135731"/>
                </a:lnTo>
                <a:cubicBezTo>
                  <a:pt x="247650" y="147608"/>
                  <a:pt x="260390" y="157163"/>
                  <a:pt x="276225" y="157163"/>
                </a:cubicBezTo>
                <a:lnTo>
                  <a:pt x="387548" y="157163"/>
                </a:lnTo>
                <a:lnTo>
                  <a:pt x="247650" y="52239"/>
                </a:lnTo>
                <a:close/>
                <a:moveTo>
                  <a:pt x="142875" y="228600"/>
                </a:moveTo>
                <a:cubicBezTo>
                  <a:pt x="127040" y="228600"/>
                  <a:pt x="114300" y="238155"/>
                  <a:pt x="114300" y="250031"/>
                </a:cubicBezTo>
                <a:cubicBezTo>
                  <a:pt x="114300" y="261908"/>
                  <a:pt x="127040" y="271463"/>
                  <a:pt x="142875" y="271463"/>
                </a:cubicBezTo>
                <a:lnTo>
                  <a:pt x="314325" y="271463"/>
                </a:lnTo>
                <a:cubicBezTo>
                  <a:pt x="330160" y="271463"/>
                  <a:pt x="342900" y="261908"/>
                  <a:pt x="342900" y="250031"/>
                </a:cubicBezTo>
                <a:cubicBezTo>
                  <a:pt x="342900" y="238155"/>
                  <a:pt x="330160" y="228600"/>
                  <a:pt x="314325" y="228600"/>
                </a:cubicBezTo>
                <a:lnTo>
                  <a:pt x="142875" y="228600"/>
                </a:lnTo>
                <a:close/>
                <a:moveTo>
                  <a:pt x="142875" y="314325"/>
                </a:moveTo>
                <a:cubicBezTo>
                  <a:pt x="127040" y="314325"/>
                  <a:pt x="114300" y="323880"/>
                  <a:pt x="114300" y="335756"/>
                </a:cubicBezTo>
                <a:cubicBezTo>
                  <a:pt x="114300" y="347633"/>
                  <a:pt x="127040" y="357188"/>
                  <a:pt x="142875" y="357188"/>
                </a:cubicBezTo>
                <a:lnTo>
                  <a:pt x="314325" y="357188"/>
                </a:lnTo>
                <a:cubicBezTo>
                  <a:pt x="330160" y="357188"/>
                  <a:pt x="342900" y="347633"/>
                  <a:pt x="342900" y="335756"/>
                </a:cubicBezTo>
                <a:cubicBezTo>
                  <a:pt x="342900" y="323880"/>
                  <a:pt x="330160" y="314325"/>
                  <a:pt x="314325" y="314325"/>
                </a:cubicBezTo>
                <a:lnTo>
                  <a:pt x="142875" y="314325"/>
                </a:ln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2128500" y="2870200"/>
            <a:ext cx="2857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6C7A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Justificar Falta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065000" y="3302000"/>
            <a:ext cx="29845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Envio de justificativas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Anexo de documentos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Histórico salvo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49530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005CA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Fluxo de Navegação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016000" y="5588000"/>
            <a:ext cx="14224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2353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1651000" y="6096000"/>
            <a:ext cx="2286000" cy="889000"/>
          </a:xfrm>
          <a:prstGeom prst="roundRect">
            <a:avLst>
              <a:gd name="adj" fmla="val 20000"/>
            </a:avLst>
          </a:prstGeom>
          <a:solidFill>
            <a:srgbClr val="005CA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1651000" y="6096000"/>
            <a:ext cx="228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Login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064000" y="6515100"/>
            <a:ext cx="762000" cy="0"/>
          </a:xfrm>
          <a:prstGeom prst="straightConnector1">
            <a:avLst/>
          </a:prstGeom>
          <a:noFill/>
          <a:ln w="25400">
            <a:solidFill>
              <a:srgbClr val="005CA9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953000" y="6096000"/>
            <a:ext cx="2540000" cy="889000"/>
          </a:xfrm>
          <a:prstGeom prst="roundRect">
            <a:avLst>
              <a:gd name="adj" fmla="val 20000"/>
            </a:avLst>
          </a:prstGeom>
          <a:solidFill>
            <a:srgbClr val="005CA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953000" y="6096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Drawer Menu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620000" y="6515100"/>
            <a:ext cx="762000" cy="0"/>
          </a:xfrm>
          <a:prstGeom prst="straightConnector1">
            <a:avLst/>
          </a:prstGeom>
          <a:noFill/>
          <a:ln w="25400">
            <a:solidFill>
              <a:srgbClr val="005CA9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8509000" y="6096000"/>
            <a:ext cx="3048000" cy="88900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005CA9"/>
              </a:gs>
              <a:gs pos="100000">
                <a:srgbClr val="0A7BC2"/>
              </a:gs>
            </a:gsLst>
            <a:lin ang="5400000" scaled="1"/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8509000" y="6096000"/>
            <a:ext cx="304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Páginas Principais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1684000" y="6515100"/>
            <a:ext cx="762000" cy="0"/>
          </a:xfrm>
          <a:prstGeom prst="straightConnector1">
            <a:avLst/>
          </a:prstGeom>
          <a:noFill/>
          <a:ln w="25400">
            <a:solidFill>
              <a:srgbClr val="E30613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12573000" y="6096000"/>
            <a:ext cx="2286000" cy="889000"/>
          </a:xfrm>
          <a:prstGeom prst="roundRect">
            <a:avLst>
              <a:gd name="adj" fmla="val 20000"/>
            </a:avLst>
          </a:prstGeom>
          <a:solidFill>
            <a:srgbClr val="E3061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12573000" y="6096000"/>
            <a:ext cx="228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Ações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16000" y="8128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8E8E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Stack Navigator gerencia login → Drawer Navigator com acesso a todas as funcionalidades do app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gradFill flip="none" rotWithShape="1">
          <a:gsLst>
            <a:gs pos="0">
              <a:srgbClr val="005CA9"/>
            </a:gs>
            <a:gs pos="100000">
              <a:srgbClr val="0A2540"/>
            </a:gs>
          </a:gsLst>
          <a:path path="circle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40000" y="-1270000"/>
            <a:ext cx="7620000" cy="7620000"/>
          </a:xfrm>
          <a:prstGeom prst="ellipse">
            <a:avLst/>
          </a:prstGeom>
          <a:solidFill>
            <a:srgbClr val="FFFFFF">
              <a:alpha val="1961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1176002" y="2760717"/>
            <a:ext cx="6350000" cy="6350000"/>
          </a:xfrm>
          <a:prstGeom prst="ellipse">
            <a:avLst/>
          </a:prstGeom>
          <a:solidFill>
            <a:srgbClr val="FFFFFF">
              <a:alpha val="117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048000" y="2921000"/>
            <a:ext cx="1016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Obrigado!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3048000" y="4064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D8D8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RECONHECE AI - Chamada Inteligente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588000" y="4953000"/>
            <a:ext cx="5080000" cy="254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83000" y="5023945"/>
            <a:ext cx="889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80000"/>
              </a:lnSpc>
            </a:pPr>
            <a:endParaRPr lang="en-US" sz="2200" dirty="0">
              <a:solidFill>
                <a:srgbClr val="D8D8D8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  <a:p>
            <a:pPr algn="ctr">
              <a:lnSpc>
                <a:spcPct val="180000"/>
              </a:lnSpc>
            </a:pPr>
            <a:r>
              <a:rPr lang="en-US" sz="2200" dirty="0" err="1">
                <a:solidFill>
                  <a:srgbClr val="D8D8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Reconhecimento</a:t>
            </a:r>
            <a:r>
              <a:rPr lang="en-US" sz="2200" dirty="0">
                <a:solidFill>
                  <a:srgbClr val="D8D8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Facial | Automação | Eficiência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858000" y="6858000"/>
            <a:ext cx="431800" cy="431800"/>
          </a:xfrm>
          <a:prstGeom prst="ellipse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7912100" y="6858000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431800" h="431800">
                <a:moveTo>
                  <a:pt x="237490" y="0"/>
                </a:moveTo>
                <a:cubicBezTo>
                  <a:pt x="237490" y="-14927"/>
                  <a:pt x="227842" y="-26987"/>
                  <a:pt x="215900" y="-26987"/>
                </a:cubicBezTo>
                <a:cubicBezTo>
                  <a:pt x="203958" y="-26987"/>
                  <a:pt x="194310" y="-14927"/>
                  <a:pt x="194310" y="0"/>
                </a:cubicBezTo>
                <a:lnTo>
                  <a:pt x="194310" y="53975"/>
                </a:lnTo>
                <a:lnTo>
                  <a:pt x="129540" y="53975"/>
                </a:lnTo>
                <a:cubicBezTo>
                  <a:pt x="93782" y="53975"/>
                  <a:pt x="64770" y="90239"/>
                  <a:pt x="64770" y="134938"/>
                </a:cubicBezTo>
                <a:lnTo>
                  <a:pt x="64770" y="323850"/>
                </a:lnTo>
                <a:cubicBezTo>
                  <a:pt x="64770" y="368548"/>
                  <a:pt x="93782" y="404813"/>
                  <a:pt x="129540" y="404813"/>
                </a:cubicBezTo>
                <a:lnTo>
                  <a:pt x="302260" y="404813"/>
                </a:lnTo>
                <a:cubicBezTo>
                  <a:pt x="338018" y="404813"/>
                  <a:pt x="367030" y="368548"/>
                  <a:pt x="367030" y="323850"/>
                </a:cubicBezTo>
                <a:lnTo>
                  <a:pt x="367030" y="134938"/>
                </a:lnTo>
                <a:cubicBezTo>
                  <a:pt x="367030" y="90239"/>
                  <a:pt x="338018" y="53975"/>
                  <a:pt x="302260" y="53975"/>
                </a:cubicBezTo>
                <a:lnTo>
                  <a:pt x="237490" y="53975"/>
                </a:lnTo>
                <a:lnTo>
                  <a:pt x="237490" y="0"/>
                </a:lnTo>
                <a:close/>
                <a:moveTo>
                  <a:pt x="107950" y="310356"/>
                </a:moveTo>
                <a:cubicBezTo>
                  <a:pt x="107950" y="299140"/>
                  <a:pt x="115169" y="290116"/>
                  <a:pt x="124142" y="290116"/>
                </a:cubicBezTo>
                <a:lnTo>
                  <a:pt x="145733" y="290116"/>
                </a:lnTo>
                <a:cubicBezTo>
                  <a:pt x="154706" y="290116"/>
                  <a:pt x="161925" y="299140"/>
                  <a:pt x="161925" y="310356"/>
                </a:cubicBezTo>
                <a:cubicBezTo>
                  <a:pt x="161925" y="321573"/>
                  <a:pt x="154706" y="330597"/>
                  <a:pt x="145733" y="330597"/>
                </a:cubicBezTo>
                <a:lnTo>
                  <a:pt x="124142" y="330597"/>
                </a:lnTo>
                <a:cubicBezTo>
                  <a:pt x="115169" y="330597"/>
                  <a:pt x="107950" y="321573"/>
                  <a:pt x="107950" y="310356"/>
                </a:cubicBezTo>
                <a:close/>
                <a:moveTo>
                  <a:pt x="188913" y="310356"/>
                </a:moveTo>
                <a:cubicBezTo>
                  <a:pt x="188913" y="299140"/>
                  <a:pt x="196132" y="290116"/>
                  <a:pt x="205105" y="290116"/>
                </a:cubicBezTo>
                <a:lnTo>
                  <a:pt x="226695" y="290116"/>
                </a:lnTo>
                <a:cubicBezTo>
                  <a:pt x="235668" y="290116"/>
                  <a:pt x="242888" y="299140"/>
                  <a:pt x="242888" y="310356"/>
                </a:cubicBezTo>
                <a:cubicBezTo>
                  <a:pt x="242888" y="321573"/>
                  <a:pt x="235668" y="330597"/>
                  <a:pt x="226695" y="330597"/>
                </a:cubicBezTo>
                <a:lnTo>
                  <a:pt x="205105" y="330597"/>
                </a:lnTo>
                <a:cubicBezTo>
                  <a:pt x="196132" y="330597"/>
                  <a:pt x="188913" y="321573"/>
                  <a:pt x="188913" y="310356"/>
                </a:cubicBezTo>
                <a:close/>
                <a:moveTo>
                  <a:pt x="269875" y="310356"/>
                </a:moveTo>
                <a:cubicBezTo>
                  <a:pt x="269875" y="299140"/>
                  <a:pt x="277094" y="290116"/>
                  <a:pt x="286068" y="290116"/>
                </a:cubicBezTo>
                <a:lnTo>
                  <a:pt x="307658" y="290116"/>
                </a:lnTo>
                <a:cubicBezTo>
                  <a:pt x="316631" y="290116"/>
                  <a:pt x="323850" y="299140"/>
                  <a:pt x="323850" y="310356"/>
                </a:cubicBezTo>
                <a:cubicBezTo>
                  <a:pt x="323850" y="321573"/>
                  <a:pt x="316631" y="330597"/>
                  <a:pt x="307658" y="330597"/>
                </a:cubicBezTo>
                <a:lnTo>
                  <a:pt x="286068" y="330597"/>
                </a:lnTo>
                <a:cubicBezTo>
                  <a:pt x="277094" y="330597"/>
                  <a:pt x="269875" y="321573"/>
                  <a:pt x="269875" y="310356"/>
                </a:cubicBezTo>
                <a:close/>
                <a:moveTo>
                  <a:pt x="151130" y="148431"/>
                </a:moveTo>
                <a:cubicBezTo>
                  <a:pt x="169004" y="148431"/>
                  <a:pt x="183515" y="166570"/>
                  <a:pt x="183515" y="188913"/>
                </a:cubicBezTo>
                <a:cubicBezTo>
                  <a:pt x="183515" y="211255"/>
                  <a:pt x="169004" y="229394"/>
                  <a:pt x="151130" y="229394"/>
                </a:cubicBezTo>
                <a:cubicBezTo>
                  <a:pt x="133256" y="229394"/>
                  <a:pt x="118745" y="211255"/>
                  <a:pt x="118745" y="188913"/>
                </a:cubicBezTo>
                <a:cubicBezTo>
                  <a:pt x="118745" y="166570"/>
                  <a:pt x="133256" y="148431"/>
                  <a:pt x="151130" y="148431"/>
                </a:cubicBezTo>
                <a:close/>
                <a:moveTo>
                  <a:pt x="248285" y="188913"/>
                </a:moveTo>
                <a:cubicBezTo>
                  <a:pt x="248285" y="166570"/>
                  <a:pt x="262796" y="148431"/>
                  <a:pt x="280670" y="148431"/>
                </a:cubicBezTo>
                <a:cubicBezTo>
                  <a:pt x="298544" y="148431"/>
                  <a:pt x="313055" y="166570"/>
                  <a:pt x="313055" y="188913"/>
                </a:cubicBezTo>
                <a:cubicBezTo>
                  <a:pt x="313055" y="211255"/>
                  <a:pt x="298544" y="229394"/>
                  <a:pt x="280670" y="229394"/>
                </a:cubicBezTo>
                <a:cubicBezTo>
                  <a:pt x="262796" y="229394"/>
                  <a:pt x="248285" y="211255"/>
                  <a:pt x="248285" y="188913"/>
                </a:cubicBezTo>
                <a:close/>
                <a:moveTo>
                  <a:pt x="43180" y="188913"/>
                </a:moveTo>
                <a:cubicBezTo>
                  <a:pt x="43180" y="173985"/>
                  <a:pt x="33532" y="161925"/>
                  <a:pt x="21590" y="161925"/>
                </a:cubicBezTo>
                <a:cubicBezTo>
                  <a:pt x="9648" y="161925"/>
                  <a:pt x="0" y="173985"/>
                  <a:pt x="0" y="188913"/>
                </a:cubicBezTo>
                <a:lnTo>
                  <a:pt x="0" y="269875"/>
                </a:lnTo>
                <a:cubicBezTo>
                  <a:pt x="0" y="284802"/>
                  <a:pt x="9648" y="296863"/>
                  <a:pt x="21590" y="296863"/>
                </a:cubicBezTo>
                <a:cubicBezTo>
                  <a:pt x="33532" y="296863"/>
                  <a:pt x="43180" y="284802"/>
                  <a:pt x="43180" y="269875"/>
                </a:cubicBezTo>
                <a:lnTo>
                  <a:pt x="43180" y="188913"/>
                </a:lnTo>
                <a:close/>
                <a:moveTo>
                  <a:pt x="410210" y="161925"/>
                </a:moveTo>
                <a:cubicBezTo>
                  <a:pt x="398268" y="161925"/>
                  <a:pt x="388620" y="173985"/>
                  <a:pt x="388620" y="188913"/>
                </a:cubicBezTo>
                <a:lnTo>
                  <a:pt x="388620" y="269875"/>
                </a:lnTo>
                <a:cubicBezTo>
                  <a:pt x="388620" y="284802"/>
                  <a:pt x="398268" y="296863"/>
                  <a:pt x="410210" y="296863"/>
                </a:cubicBezTo>
                <a:cubicBezTo>
                  <a:pt x="422152" y="296863"/>
                  <a:pt x="431800" y="284802"/>
                  <a:pt x="431800" y="269875"/>
                </a:cubicBezTo>
                <a:lnTo>
                  <a:pt x="431800" y="188913"/>
                </a:lnTo>
                <a:cubicBezTo>
                  <a:pt x="431800" y="173985"/>
                  <a:pt x="422152" y="161925"/>
                  <a:pt x="410210" y="161925"/>
                </a:cubicBezTo>
                <a:close/>
              </a:path>
            </a:pathLst>
          </a:custGeom>
          <a:solidFill>
            <a:srgbClr val="D8D8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8966200" y="6858000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431800" h="431800">
                <a:moveTo>
                  <a:pt x="35983" y="165130"/>
                </a:moveTo>
                <a:lnTo>
                  <a:pt x="192811" y="237743"/>
                </a:lnTo>
                <a:cubicBezTo>
                  <a:pt x="200157" y="241116"/>
                  <a:pt x="207954" y="242888"/>
                  <a:pt x="215900" y="242888"/>
                </a:cubicBezTo>
                <a:cubicBezTo>
                  <a:pt x="223846" y="242888"/>
                  <a:pt x="231643" y="241116"/>
                  <a:pt x="238989" y="237743"/>
                </a:cubicBezTo>
                <a:lnTo>
                  <a:pt x="420705" y="153576"/>
                </a:lnTo>
                <a:cubicBezTo>
                  <a:pt x="427452" y="150455"/>
                  <a:pt x="431800" y="143118"/>
                  <a:pt x="431800" y="134937"/>
                </a:cubicBezTo>
                <a:cubicBezTo>
                  <a:pt x="431800" y="126757"/>
                  <a:pt x="427452" y="119420"/>
                  <a:pt x="420705" y="116299"/>
                </a:cubicBezTo>
                <a:lnTo>
                  <a:pt x="238989" y="32132"/>
                </a:lnTo>
                <a:cubicBezTo>
                  <a:pt x="231643" y="28759"/>
                  <a:pt x="223846" y="26988"/>
                  <a:pt x="215900" y="26988"/>
                </a:cubicBezTo>
                <a:cubicBezTo>
                  <a:pt x="207954" y="26988"/>
                  <a:pt x="200157" y="28759"/>
                  <a:pt x="192811" y="32132"/>
                </a:cubicBezTo>
                <a:lnTo>
                  <a:pt x="11095" y="116299"/>
                </a:lnTo>
                <a:cubicBezTo>
                  <a:pt x="4348" y="119420"/>
                  <a:pt x="0" y="126757"/>
                  <a:pt x="0" y="134938"/>
                </a:cubicBezTo>
                <a:lnTo>
                  <a:pt x="0" y="384572"/>
                </a:lnTo>
                <a:cubicBezTo>
                  <a:pt x="0" y="395789"/>
                  <a:pt x="8021" y="404813"/>
                  <a:pt x="17992" y="404813"/>
                </a:cubicBezTo>
                <a:cubicBezTo>
                  <a:pt x="27962" y="404813"/>
                  <a:pt x="35983" y="395789"/>
                  <a:pt x="35983" y="384572"/>
                </a:cubicBezTo>
                <a:lnTo>
                  <a:pt x="35983" y="165130"/>
                </a:lnTo>
                <a:close/>
                <a:moveTo>
                  <a:pt x="71967" y="225599"/>
                </a:moveTo>
                <a:lnTo>
                  <a:pt x="71967" y="323850"/>
                </a:lnTo>
                <a:cubicBezTo>
                  <a:pt x="71967" y="368548"/>
                  <a:pt x="136437" y="404813"/>
                  <a:pt x="215900" y="404813"/>
                </a:cubicBezTo>
                <a:cubicBezTo>
                  <a:pt x="295363" y="404813"/>
                  <a:pt x="359833" y="368548"/>
                  <a:pt x="359833" y="323850"/>
                </a:cubicBezTo>
                <a:lnTo>
                  <a:pt x="359833" y="225514"/>
                </a:lnTo>
                <a:lnTo>
                  <a:pt x="252708" y="275188"/>
                </a:lnTo>
                <a:cubicBezTo>
                  <a:pt x="241013" y="280586"/>
                  <a:pt x="228569" y="283369"/>
                  <a:pt x="215900" y="283369"/>
                </a:cubicBezTo>
                <a:cubicBezTo>
                  <a:pt x="203231" y="283369"/>
                  <a:pt x="190787" y="280586"/>
                  <a:pt x="179092" y="275188"/>
                </a:cubicBezTo>
                <a:lnTo>
                  <a:pt x="71967" y="225514"/>
                </a:lnTo>
                <a:close/>
              </a:path>
            </a:pathLst>
          </a:custGeom>
          <a:solidFill>
            <a:srgbClr val="D8D8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318000" y="81280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A0A0A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SENAI - Tecnologia da Informação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282</Words>
  <Application>Microsoft Office PowerPoint</Application>
  <PresentationFormat>Personalizar</PresentationFormat>
  <Paragraphs>57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8" baseType="lpstr">
      <vt:lpstr>Arial</vt:lpstr>
      <vt:lpstr>Liter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RECONHECE AI: Chamada Inteligente</dc:title>
  <dc:subject>RECONHECE AI: Chamada Inteligente</dc:subject>
  <dc:creator>Kimi</dc:creator>
  <cp:lastModifiedBy>VITOR ENZO DERENCIO</cp:lastModifiedBy>
  <cp:revision>2</cp:revision>
  <dcterms:created xsi:type="dcterms:W3CDTF">2026-06-17T00:20:23Z</dcterms:created>
  <dcterms:modified xsi:type="dcterms:W3CDTF">2026-06-17T00:22:35Z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{"Label":"RECONHECE AI: Chamada Inteligente","ContentProducer":"001191110108MACG2KBH8F10000","ProduceID":"19ed2ef3-53b2-88e0-8000-00004764fa2a","ReservedCode1":"","ContentPropagator":"001191110108MACG2KBH8F20000","PropagateID":"19ed2edb-9892-8902-8000-09e3417d683e","ReservedCode2":""}</vt:lpwstr>
  </property>
</Properties>
</file>